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685800"/>
            <a:ext cx="2834640" cy="2834640"/>
          </a:xfrm>
          <a:prstGeom prst="ellipse">
            <a:avLst/>
          </a:prstGeom>
          <a:solidFill>
            <a:srgbClr val="FBE6D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467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713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Web3 for Transparent &amp; Accountable Cities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</a:t>
            </a:r>
            <a:pPr indent="0" marL="0">
              <a:buNone/>
            </a:pPr>
            <a:r>
              <a:rPr lang="en-US" sz="42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Resolved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 civic complaint platform that records the complete journey of a complaint — and requires evidence before it can ever be marked resolved.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11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29968" y="361188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3611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02736" y="361188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3611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Desi Voyagers   ·   Member 1 Product &amp; Frontend   ·   Member 2 Backend &amp; Database   ·   Member 3 Trust &amp; Integration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6288" y="1325880"/>
            <a:ext cx="128016" cy="128016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18" name="Text 16"/>
          <p:cNvSpPr/>
          <p:nvPr/>
        </p:nvSpPr>
        <p:spPr>
          <a:xfrm>
            <a:off x="7095744" y="12618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95744" y="1508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+ location + ID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20840" y="201168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2194560"/>
            <a:ext cx="128016" cy="128016"/>
          </a:xfrm>
          <a:prstGeom prst="ellipse">
            <a:avLst/>
          </a:prstGeom>
          <a:solidFill>
            <a:srgbClr val="B97A12"/>
          </a:solidFill>
          <a:ln/>
        </p:spPr>
      </p:sp>
      <p:sp>
        <p:nvSpPr>
          <p:cNvPr id="22" name="Text 20"/>
          <p:cNvSpPr/>
          <p:nvPr/>
        </p:nvSpPr>
        <p:spPr>
          <a:xfrm>
            <a:off x="7095744" y="21305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uploaded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95744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attaches evidence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20840" y="288036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76288" y="3063240"/>
            <a:ext cx="128016" cy="128016"/>
          </a:xfrm>
          <a:prstGeom prst="ellipse">
            <a:avLst/>
          </a:prstGeom>
          <a:solidFill>
            <a:srgbClr val="17635B"/>
          </a:solidFill>
          <a:ln/>
        </p:spPr>
      </p:sp>
      <p:sp>
        <p:nvSpPr>
          <p:cNvPr id="26" name="Text 24"/>
          <p:cNvSpPr/>
          <p:nvPr/>
        </p:nvSpPr>
        <p:spPr>
          <a:xfrm>
            <a:off x="7095744" y="29992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verifies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95744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— or challenge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pitch · 7 slides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without proof breaks trust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75488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today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691640"/>
            <a:ext cx="4434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 are logged, then disappear into a black box.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changes carry no actor, no timestamp, no evidence.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“Resolved” is a button click — the citizen cannot verify it.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tamper-evident history means nobody is accountable.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1887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FBE6DD"/>
          </a:solidFill>
          <a:ln/>
        </p:spPr>
      </p:sp>
      <p:sp>
        <p:nvSpPr>
          <p:cNvPr id="12" name="Text 10"/>
          <p:cNvSpPr/>
          <p:nvPr/>
        </p:nvSpPr>
        <p:spPr>
          <a:xfrm>
            <a:off x="5559552" y="1335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CITIZEN 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59552" y="1591056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“Was it actually fixed — and who says so?”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94960" y="27432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28712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59552" y="32004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17" name="Text 15"/>
          <p:cNvSpPr/>
          <p:nvPr/>
        </p:nvSpPr>
        <p:spPr>
          <a:xfrm>
            <a:off x="5559552" y="32004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65392" y="32004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32004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71232" y="32004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32004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to challenge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59552" y="35844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exist in Yatra Setu from day one.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DEEEE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closes the loop — no proof, no closure, and every action stays on the record.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complete journey: report → verify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083296" cy="0"/>
          </a:xfrm>
          <a:prstGeom prst="line">
            <a:avLst/>
          </a:prstGeom>
          <a:noFill/>
          <a:ln w="25400">
            <a:solidFill>
              <a:srgbClr val="F4C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category, photo,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042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16" name="Text 14"/>
          <p:cNvSpPr/>
          <p:nvPr/>
        </p:nvSpPr>
        <p:spPr>
          <a:xfrm>
            <a:off x="23042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745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ID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timestamp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461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74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 evidence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9436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reviews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15200" y="1280160"/>
            <a:ext cx="1225296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0688" y="1389888"/>
            <a:ext cx="274320" cy="274320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36" name="Text 34"/>
          <p:cNvSpPr/>
          <p:nvPr/>
        </p:nvSpPr>
        <p:spPr>
          <a:xfrm>
            <a:off x="77906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17099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Challenge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0920" y="195681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it — 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reopen it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2487168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BE6DD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2487168"/>
            <a:ext cx="7900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· A citizen reports a pothole → photo + location → unique complaint ID → department assigned → repair proof uploaded → the citizen checks the proof → accepts or challenges the closure.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3273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flow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F1ECE7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45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F8EDD6"/>
          </a:solidFill>
          <a:ln/>
        </p:spPr>
      </p:sp>
      <p:sp>
        <p:nvSpPr>
          <p:cNvPr id="45" name="Text 43"/>
          <p:cNvSpPr/>
          <p:nvPr/>
        </p:nvSpPr>
        <p:spPr>
          <a:xfrm>
            <a:off x="18562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7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F8EDD6"/>
          </a:solidFill>
          <a:ln/>
        </p:spPr>
      </p:sp>
      <p:sp>
        <p:nvSpPr>
          <p:cNvPr id="47" name="Text 45"/>
          <p:cNvSpPr/>
          <p:nvPr/>
        </p:nvSpPr>
        <p:spPr>
          <a:xfrm>
            <a:off x="32278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7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IN_PROGRESS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DEEE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6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PROOF_UPLOADED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9436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DEEEE9"/>
          </a:solidFill>
          <a:ln/>
        </p:spPr>
      </p:sp>
      <p:sp>
        <p:nvSpPr>
          <p:cNvPr id="51" name="Text 49"/>
          <p:cNvSpPr/>
          <p:nvPr/>
        </p:nvSpPr>
        <p:spPr>
          <a:xfrm>
            <a:off x="59710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6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AWAITING_VERIFICATION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315200" y="3547872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E1F1E7"/>
          </a:solidFill>
          <a:ln/>
        </p:spPr>
      </p:sp>
      <p:sp>
        <p:nvSpPr>
          <p:cNvPr id="53" name="Text 51"/>
          <p:cNvSpPr/>
          <p:nvPr/>
        </p:nvSpPr>
        <p:spPr>
          <a:xfrm>
            <a:off x="7342632" y="35478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57200" y="4096512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CE4DE"/>
          </a:solidFill>
          <a:ln/>
        </p:spPr>
      </p:sp>
      <p:sp>
        <p:nvSpPr>
          <p:cNvPr id="55" name="Text 53"/>
          <p:cNvSpPr/>
          <p:nvPr/>
        </p:nvSpPr>
        <p:spPr>
          <a:xfrm>
            <a:off x="621792" y="4096512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citizen challenges:   RESOLVED  →  CHALLENGED  →  REOPENED  →  IN_PROGRESS   —  with every step hashed and timestamped.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both sides — and for trust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399032"/>
            <a:ext cx="146304" cy="146304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3167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1737360"/>
            <a:ext cx="2276856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47088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Report: category, description, location, photo, privacy setting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by complaint ID with a full status timeline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 authority update and all uploaded evidence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the resolution — or challenge it and reopen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Complaints dashboard, history &amp; resolution feedback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demo login, privacy controls, copyable 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3260" y="11887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7852" y="1399032"/>
            <a:ext cx="146304" cy="146304"/>
          </a:xfrm>
          <a:prstGeom prst="ellipse">
            <a:avLst/>
          </a:prstGeom>
          <a:solidFill>
            <a:srgbClr val="B97A12"/>
          </a:solidFill>
          <a:ln/>
        </p:spPr>
      </p:sp>
      <p:sp>
        <p:nvSpPr>
          <p:cNvPr id="15" name="Text 13"/>
          <p:cNvSpPr/>
          <p:nvPr/>
        </p:nvSpPr>
        <p:spPr>
          <a:xfrm>
            <a:off x="3625596" y="13167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7852" y="1737360"/>
            <a:ext cx="2276856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6140" y="1847088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and view assigned complaints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category and status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complaint status with an actor + timestamp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resolution proof before requesting closure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Deadlines and at-risk complaints at a glance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Complaints challenged by citizens, ready for rework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total · pending · resolved counts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1887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3912" y="1399032"/>
            <a:ext cx="146304" cy="146304"/>
          </a:xfrm>
          <a:prstGeom prst="ellipse">
            <a:avLst/>
          </a:prstGeom>
          <a:solidFill>
            <a:srgbClr val="17635B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13167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53912" y="1737360"/>
            <a:ext cx="2276856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847088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complaint ID for every report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Time-stamped activity history per complaint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 audit log — tamper-evident events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required before a case can be closed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challenge / reopen keeps authority honest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Privacy-safe public records — no personal details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498848"/>
            <a:ext cx="8229600" cy="274320"/>
          </a:xfrm>
          <a:prstGeom prst="roundRect">
            <a:avLst>
              <a:gd name="adj" fmla="val 23333"/>
            </a:avLst>
          </a:prstGeom>
          <a:solidFill>
            <a:srgbClr val="FBE6DD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498848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rules — mobile-first · large readable buttons · simple language · clear status colours · no personal details in public views · easy-to-copy IDs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YATRA SETU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USP: Proof Before Resolved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BE6D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188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complaint is not resolved because someone clicked a button — it is resolved when the citizen has checked the proof.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2128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Proof-based closure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attached before resolution is requested.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7249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can flag a weak fix; the complaint reopens.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2369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Tamper-evident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236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actions are linked through hashes — edits show.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749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Privacy-first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transparency without revealing identity.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2611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42611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status update has an actor and a timestamp.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trust layer works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MVP: hash-chain audit log.  Production: permissioned blockchain (Hyperledger Fabric).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8105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92624" y="1938528"/>
            <a:ext cx="128016" cy="128016"/>
          </a:xfrm>
          <a:prstGeom prst="ellipse">
            <a:avLst/>
          </a:prstGeom>
          <a:solidFill>
            <a:srgbClr val="17635B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8745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1 · Complaint created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21031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previous_hash = null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2359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2374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92624" y="2651760"/>
            <a:ext cx="128016" cy="128016"/>
          </a:xfrm>
          <a:prstGeom prst="ellipse">
            <a:avLst/>
          </a:prstGeom>
          <a:solidFill>
            <a:srgbClr val="17635B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25877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2 · Assigned to department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28163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previous_hash = hash(Event 1)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3072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236976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3364992"/>
            <a:ext cx="128016" cy="128016"/>
          </a:xfrm>
          <a:prstGeom prst="ellipse">
            <a:avLst/>
          </a:prstGeom>
          <a:solidFill>
            <a:srgbClr val="17635B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3009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3 · Repair proof uploaded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3529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previous_hash = hash(Event 2)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3785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95020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92624" y="4078224"/>
            <a:ext cx="128016" cy="128016"/>
          </a:xfrm>
          <a:prstGeom prst="ellipse">
            <a:avLst/>
          </a:prstGeom>
          <a:solidFill>
            <a:srgbClr val="E4674F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40142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4 · Citizen challenged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0" y="42428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previous_hash = hash(Event 3)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and MVP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7490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1645920"/>
            <a:ext cx="3419856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739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64208" y="17739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— UI, forms,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2176272"/>
            <a:ext cx="3419856" cy="0"/>
          </a:xfrm>
          <a:prstGeom prst="line">
            <a:avLst/>
          </a:prstGeom>
          <a:noFill/>
          <a:ln w="6350">
            <a:solidFill>
              <a:srgbClr val="EEE2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037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64208" y="22037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FastAPI — auth + complaint APIs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2606040"/>
            <a:ext cx="3419856" cy="0"/>
          </a:xfrm>
          <a:prstGeom prst="line">
            <a:avLst/>
          </a:prstGeom>
          <a:noFill/>
          <a:ln w="6350">
            <a:solidFill>
              <a:srgbClr val="EEE2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33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64208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/ Supabase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3035808"/>
            <a:ext cx="3419856" cy="0"/>
          </a:xfrm>
          <a:prstGeom prst="line">
            <a:avLst/>
          </a:prstGeom>
          <a:noFill/>
          <a:ln w="6350">
            <a:solidFill>
              <a:srgbClr val="EEE2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3063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hash-chain audit log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" y="3465576"/>
            <a:ext cx="3419856" cy="0"/>
          </a:xfrm>
          <a:prstGeom prst="line">
            <a:avLst/>
          </a:prstGeom>
          <a:noFill/>
          <a:ln w="6350">
            <a:solidFill>
              <a:srgbClr val="EEE2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493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64208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 + OpenStreetMap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" y="3895344"/>
            <a:ext cx="3419856" cy="0"/>
          </a:xfrm>
          <a:prstGeom prst="line">
            <a:avLst/>
          </a:prstGeom>
          <a:noFill/>
          <a:ln w="6350">
            <a:solidFill>
              <a:srgbClr val="EEE2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227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64208" y="39227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Figma · GitHub · Vercel + Render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1188720"/>
            <a:ext cx="42519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— one complete journey (10 must-haves)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99432" y="1645920"/>
            <a:ext cx="3922776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1773936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login or demo login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submission form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complaint ID generation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and photo upload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tracking timeline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 dashboard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updates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Resolution proof upload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Challenge resolution</a:t>
            </a:r>
            <a:endParaRPr lang="en-US" sz="9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Hash-based audit history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517136"/>
            <a:ext cx="8229600" cy="256032"/>
          </a:xfrm>
          <a:prstGeom prst="roundRect">
            <a:avLst>
              <a:gd name="adj" fmla="val 25000"/>
            </a:avLst>
          </a:prstGeom>
          <a:solidFill>
            <a:srgbClr val="FBE6DD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4517136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Deferred to v2 — full blockchain deployment · AI · native app · government APIs · crypto rewards · multi-city scaling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E46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owners, ten days, one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EE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417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— Proof Before Resolved · Team Desi Voyagers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8417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split — three owners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554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1 — Product, Research &amp; Frontend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" y="1792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Personas, user stories, Figma wireframes, React frontend, mobile-responsive demo and the product pitch.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2 — Backend &amp; Database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" y="26883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project, schema, auth, complaint / status / evidence APIs, validation, errors and tests.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467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3 — Trust &amp; 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" y="35844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E6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IDs, hash-chain events, timeline, challenge &amp; reopen, deadlines, integration, deploy.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10-day roadmap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456" y="154533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1545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79008" y="1463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Research, scope &amp; API contract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93392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1456" y="20756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25" name="Text 23"/>
          <p:cNvSpPr/>
          <p:nvPr/>
        </p:nvSpPr>
        <p:spPr>
          <a:xfrm>
            <a:off x="4791456" y="2075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79008" y="1993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Figma screens · DB schema · trust workflow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26060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29" name="Text 27"/>
          <p:cNvSpPr/>
          <p:nvPr/>
        </p:nvSpPr>
        <p:spPr>
          <a:xfrm>
            <a:off x="4791456" y="2606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3–5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79008" y="25237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build: submit, auth, tracking, dashboard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054096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31363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3136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6–7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79008" y="30540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layer + challenge / reopen flow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584448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EE2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91456" y="366674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E6DD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36667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8–10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79008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1E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Integration, testing, deploy &amp; 3-min pitch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18795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4674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1879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Yatra Setu does not just record complaints. It records the journey, preserves the evidence and gives citizens the right to question a weak resolution.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Yatra Setu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Yatra Setu — Proof Before Resolved</dc:title>
  <dc:subject>Civic complaint platform · hackathon pitch</dc:subject>
  <dc:creator>Team Desi Voyagers</dc:creator>
  <cp:lastModifiedBy>Team Desi Voyagers</cp:lastModifiedBy>
  <cp:revision>1</cp:revision>
  <dcterms:created xsi:type="dcterms:W3CDTF">2026-10-02T15:16:49Z</dcterms:created>
  <dcterms:modified xsi:type="dcterms:W3CDTF">2026-10-02T15:16:49Z</dcterms:modified>
</cp:coreProperties>
</file>